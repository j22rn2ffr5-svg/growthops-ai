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CRM Cleanup: The Foundation for AI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Why clean structured data is critical for every AI initiative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Preparing businesses for AI automation, copilots, analytics, and voice systems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Building scalable AI-ready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Why Most CRM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Duplicate records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Inconsistent formatting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Missing and outdated data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Unstructured notes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Disconnected systems and workflows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Low trust in reporting and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Why CRM Cleanup Matters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AI is only as good as the data it receives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Messy CRM systems create unreliable AI outputs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Poor data increases hallucinations and failed automations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Bad CRM structure slows AI adoption across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AI Systems That Depend on Clean CRM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AI voice agents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Sales copilots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Customer support automation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Predictive analytics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Lead scoring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Workflow automation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AI search and knowledge systems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Marketing personalization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The Hidden Cost of Dirty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Wasted staff time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Missed revenue opportunities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Duplicate outreach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Poor forecasting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Bad customer experiences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Lower AI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Operational inefficiency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The Modern AI-Ready CRM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Create a structured data foundation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Normalize and standardize records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Build automated hygiene systems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Use AI to classify and enrich data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Continuously monitor data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Step 1 — Audit &amp; Export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Export contacts, companies, deals, activities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Map systems and integrations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Identify critical data issues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Create a safe staging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Step 2 — Normalize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Standardize phone numbers and emails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Normalize company names and addresses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Define consistent field structures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Establish data governance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Step 3 — Deduplicate &amp;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Detect duplicate contacts and companies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Use AI-assisted matching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Merge fragmented customer histories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Create a 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Step 4 — AI Classification &amp; 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Summarize historical notes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Extract structured information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Classify leads and opportunities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Identify stale or low-quality records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Improve searchability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Step 5 — Build Automated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Automate validation workflows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Monitor incomplete records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Enrich new contacts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Create ongoing cleanup processes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Prevent future CRM decay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n8n → workflow orchestration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OpenAI / Claude → AI structuring and classification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Supabase / Postgres → staging and governance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HubSpot / Salesforce → operational CRM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Clay / Apollo → enrichment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Higher AI reliability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Better automation outcomes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Improved reporting accuracy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Faster onboarding of AI systems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Reduced operational overhead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Better customer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Reduced manual administration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Lower operational costs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Improved sales efficiency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Higher automation ROI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Foundation for long-term AI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Roadmap to an AI-Ready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Phase 1 → CRM cleanup and governance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Phase 2 → Workflow automation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Phase 3 → AI copilots and assistants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Phase 4 → Voice agents and advanced AI operations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Phase 5 → Continuous optimization and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5F7FA"/>
                </a:solidFill>
              </a:defRPr>
            </a:pPr>
            <a:r>
              <a:t>Clean CRM Data Is The Foundation For Successful AI</a:t>
            </a:r>
          </a:p>
          <a:p>
            <a:pPr algn="ctr">
              <a:defRPr sz="1800">
                <a:solidFill>
                  <a:srgbClr val="F5F7FA"/>
                </a:solidFill>
              </a:defRPr>
            </a:pPr>
            <a:r>
              <a:t>AI transformation starts with trusted, structured, and governed customer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